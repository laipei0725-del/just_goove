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GROOVE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pei/Documents/antigravity/justgoove_app_2026/assets/just-groove-project-cover-y2k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6903720" y="502920"/>
            <a:ext cx="480060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500" kern="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94360" y="1600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spc="3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GROOVE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選一段，開始練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專為舞者設計的智慧練舞與錄影比對平台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8953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專題成果簡報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4892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報告人｜賴沛儒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指導老師｜黃老師 Roger 導師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為什麼要做 JUST GROOVE？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把「找動作、拆節拍、反覆練」變成一條順手的流程。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029200" cy="3566160"/>
          </a:xfrm>
          <a:prstGeom prst="roundRect">
            <a:avLst>
              <a:gd name="adj" fmla="val 4103"/>
            </a:avLst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練舞者真正需要的，不是更多影片。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而是一個能把影片變成肌肉記憶的工具。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96112" y="3877056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降低自學與拆舞門檻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" y="4315968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187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讓重播、鏡像、慢速變得直覺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" y="4754880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626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留下自己的練習紀錄與成果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影片來源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精準拆解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88620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反覆練習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388620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錄影驗收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2487168"/>
            <a:ext cx="594360" cy="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2320" y="2816352"/>
            <a:ext cx="0" cy="100584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2816352"/>
            <a:ext cx="0" cy="100584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PAIN 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漫畫第一幕｜反覆倒帶的崩潰日常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一個「倒退 5 秒」的按鈕，常常讓練習節奏直接斷掉。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80414" y="2487168"/>
            <a:ext cx="833933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810" y="2596896"/>
            <a:ext cx="1355141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4828032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737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這個動作是幾秒？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23614" y="2487168"/>
            <a:ext cx="833933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3010" y="2596896"/>
            <a:ext cx="1355141" cy="1355141"/>
          </a:xfrm>
          <a:prstGeom prst="arc">
            <a:avLst/>
          </a:prstGeom>
          <a:noFill/>
          <a:ln w="25400">
            <a:solidFill>
              <a:srgbClr val="FF6B6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20440" y="4828032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8737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倒退！又過頭了…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66814" y="2487168"/>
            <a:ext cx="833933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8BE9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6210" y="2596896"/>
            <a:ext cx="1355141" cy="1355141"/>
          </a:xfrm>
          <a:prstGeom prst="arc">
            <a:avLst/>
          </a:prstGeom>
          <a:noFill/>
          <a:ln w="25400">
            <a:solidFill>
              <a:srgbClr val="8BE9F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63640" y="4828032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8737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再一次，手要抽筋了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10014" y="2487168"/>
            <a:ext cx="833933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49410" y="2596896"/>
            <a:ext cx="1355141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006840" y="4828032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48737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我只想專心跳舞！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PERSONA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目標族群與使用場景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從第一次接觸舞蹈，到需要精準驗收的每一位舞者。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1325880"/>
          </a:xfrm>
          <a:prstGeom prst="roundRect">
            <a:avLst>
              <a:gd name="adj" fmla="val 11034"/>
            </a:avLst>
          </a:prstGeom>
          <a:solidFill>
            <a:srgbClr val="263116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熱舞社學生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社辦團練／快速拆副歌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514600" cy="1325880"/>
          </a:xfrm>
          <a:prstGeom prst="roundRect">
            <a:avLst>
              <a:gd name="adj" fmla="val 11034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K-Pop Cover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居家鏡前／重複八拍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2514600" cy="1325880"/>
          </a:xfrm>
          <a:prstGeom prst="roundRect">
            <a:avLst>
              <a:gd name="adj" fmla="val 11034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編舞老師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示範教學／標註段落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3657600"/>
            <a:ext cx="2514600" cy="1325880"/>
          </a:xfrm>
          <a:prstGeom prst="roundRect">
            <a:avLst>
              <a:gd name="adj" fmla="val 11034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零基礎自學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慢速練習／建立信心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920240"/>
            <a:ext cx="4846320" cy="3886200"/>
          </a:xfrm>
          <a:prstGeom prst="roundRect">
            <a:avLst>
              <a:gd name="adj" fmla="val 3765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一支影片，三種練習場景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49440" y="3099816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社辦：手機快速選段、AB 循環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49440" y="3758184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630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戶外：鏡像翻轉，跟著畫面練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9440" y="4416552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2885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居家：錄影比對，確認動作細節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競品與現有工具痛點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通用影音工具能播放，卻沒有為「練舞」設計。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744200" cy="822960"/>
          </a:xfrm>
          <a:prstGeom prst="roundRect">
            <a:avLst>
              <a:gd name="adj" fmla="val 1777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YouTube／手機相簿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播放方便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217627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缺少 AB 點、鏡像與同屏對照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127248"/>
            <a:ext cx="10744200" cy="822960"/>
          </a:xfrm>
          <a:prstGeom prst="roundRect">
            <a:avLst>
              <a:gd name="adj" fmla="val 1777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舞蹈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功能完整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32918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封閉內容、廣告多、學習成本高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10744200" cy="822960"/>
          </a:xfrm>
          <a:prstGeom prst="roundRect">
            <a:avLst>
              <a:gd name="adj" fmla="val 17778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07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GROOVE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407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自由匯入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440740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用最少步驟完成拆解與驗收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GROOVE 核心解方亮相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把練舞流程濃縮成「匯入 → 拆解 → 練習 → 驗收」。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匯入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/ YouTube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23317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時間軸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秒數／影格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23317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控制器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AB／速度／鏡像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23317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原影片＋音訊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49840" y="233172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下載／保存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6352" y="2651760"/>
            <a:ext cx="320040" cy="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48072" y="2651760"/>
            <a:ext cx="320040" cy="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79792" y="2651760"/>
            <a:ext cx="320040" cy="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11512" y="2651760"/>
            <a:ext cx="320040" cy="0"/>
          </a:xfrm>
          <a:prstGeom prst="line">
            <a:avLst/>
          </a:prstGeom>
          <a:noFill/>
          <a:ln w="2540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3886200"/>
            <a:ext cx="9326880" cy="960120"/>
          </a:xfrm>
          <a:prstGeom prst="roundRect">
            <a:avLst>
              <a:gd name="adj" fmla="val 15238"/>
            </a:avLst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1605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核心價值：讓舞者把注意力留在動作，而不是工具操作。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FEATURE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專案建立與自由訊號源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支援本地影片與 YouTube，讓每一支想練的影片都能成為專案。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4663440" cy="3474720"/>
          </a:xfrm>
          <a:prstGeom prst="roundRect">
            <a:avLst>
              <a:gd name="adj" fmla="val 4211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新增練舞專案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005840" y="3191256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從手機相簿選擇影片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721608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貼上 YouTube／Shorts 連結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4251960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123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自動擷取第一格作為封面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654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訪客模式也能立即開始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1920240"/>
            <a:ext cx="5303520" cy="3474720"/>
          </a:xfrm>
          <a:prstGeom prst="roundRect">
            <a:avLst>
              <a:gd name="adj" fmla="val 4211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每個專案保存自己的狀態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30632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播放位置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30632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速度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35440" y="30632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鏡像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03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 區間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3703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書籤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3703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錄影紀錄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FEATURE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精準練舞工具箱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把每個「再一次」變成可控制、可保存的練習單位。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4983480" cy="1143000"/>
          </a:xfrm>
          <a:prstGeom prst="roundRect">
            <a:avLst>
              <a:gd name="adj" fmla="val 12800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 循環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選取 A／B 點，局部重播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4983480" cy="1143000"/>
          </a:xfrm>
          <a:prstGeom prst="roundRect">
            <a:avLst>
              <a:gd name="adj" fmla="val 12800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倍速微調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0.5x～1.0x，慢速拆動作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520440"/>
            <a:ext cx="4983480" cy="1143000"/>
          </a:xfrm>
          <a:prstGeom prst="roundRect">
            <a:avLst>
              <a:gd name="adj" fmla="val 12800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鏡像翻轉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示範畫面左右翻轉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520440"/>
            <a:ext cx="4983480" cy="1143000"/>
          </a:xfrm>
          <a:prstGeom prst="roundRect">
            <a:avLst>
              <a:gd name="adj" fmla="val 12800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影格時間軸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 24／30／60fps 精準定位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FEATURE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同屏對照與即時合成錄影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桌面版 Chrome 可把原影片與攝影機畫面合成，錄出真正的練習成果。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486400" cy="3611880"/>
          </a:xfrm>
          <a:prstGeom prst="roundRect">
            <a:avLst>
              <a:gd name="adj" fmla="val 4051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示範影片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你的鏡頭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2423160" cy="2240280"/>
          </a:xfrm>
          <a:prstGeom prst="rect">
            <a:avLst/>
          </a:prstGeom>
          <a:solidFill>
            <a:srgbClr val="303030"/>
          </a:solidFill>
          <a:ln w="25400">
            <a:solidFill>
              <a:srgbClr val="8BE9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560320"/>
            <a:ext cx="2423160" cy="2240280"/>
          </a:xfrm>
          <a:prstGeom prst="rect">
            <a:avLst/>
          </a:prstGeom>
          <a:solidFill>
            <a:srgbClr val="1B2414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原影片內容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＋同步音訊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60520" y="3337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12280" y="1874520"/>
            <a:ext cx="4526280" cy="3611880"/>
          </a:xfrm>
          <a:prstGeom prst="roundRect">
            <a:avLst>
              <a:gd name="adj" fmla="val 4051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551176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錄影按鈕明確可見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78040" y="3209544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081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輸出不保留 App 框線與半透明相機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78040" y="3867912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398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影片與音訊同步保存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78040" y="4526280"/>
            <a:ext cx="91440" cy="91440"/>
          </a:xfrm>
          <a:prstGeom prst="ellipse">
            <a:avLst/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4398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結束後跳出下載操作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COMIC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漫畫第二幕｜遇見 JUST GROOVE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朋友遞來一個更懂舞者的練習畫面。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6022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596896"/>
            <a:ext cx="1783080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你也一直按倒退嗎？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498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8BE9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596896"/>
            <a:ext cx="1783080" cy="1355141"/>
          </a:xfrm>
          <a:prstGeom prst="arc">
            <a:avLst/>
          </a:prstGeom>
          <a:noFill/>
          <a:ln w="25400">
            <a:solidFill>
              <a:srgbClr val="8BE9F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57200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貼上連結，選一段。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4974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2596896"/>
            <a:ext cx="1783080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36676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副歌 8 拍，開始練！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COMIC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漫畫第三幕｜驗收篇：完美同步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從「我好像會了」到「我真的做到了」。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6022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596896"/>
            <a:ext cx="1783080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先鏡像，再慢速。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498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8BE9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596896"/>
            <a:ext cx="1783080" cy="1355141"/>
          </a:xfrm>
          <a:prstGeom prst="arc">
            <a:avLst/>
          </a:prstGeom>
          <a:noFill/>
          <a:ln w="25400">
            <a:solidFill>
              <a:srgbClr val="8BE9F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57200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錄下這一段！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2700">
            <a:solidFill>
              <a:srgbClr val="4949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57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066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49740" y="2487168"/>
            <a:ext cx="1097280" cy="1248156"/>
          </a:xfrm>
          <a:prstGeom prst="ellipse">
            <a:avLst/>
          </a:prstGeom>
          <a:solidFill>
            <a:srgbClr val="303030"/>
          </a:solidFill>
          <a:ln w="25400">
            <a:solidFill>
              <a:srgbClr val="C8FF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2596896"/>
            <a:ext cx="1783080" cy="1355141"/>
          </a:xfrm>
          <a:prstGeom prst="arc">
            <a:avLst/>
          </a:prstGeom>
          <a:noFill/>
          <a:ln w="25400">
            <a:solidFill>
              <a:srgbClr val="C8FF35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366760" y="482803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8737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動作終於對上了！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技術架構與選型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 Expo SDK 57 跨平台前端為核心，逐步接上雲端資料層。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783080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使用者介面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7720" y="18928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Native Web／Expo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569464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媒體控制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679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expo-video／YouTube IFrame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3355848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錄影串流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465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MediaRecorder／captureStream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4142232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251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資料與身份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4251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Auth／Postgres／Storage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4928616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5038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部署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50383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Preview／Production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UX ITERATION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UI／UX 設計歷程與迭代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深色、低干擾、拇指可操作，是練習模式的三個設計原則。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423160" cy="2423160"/>
          </a:xfrm>
          <a:prstGeom prst="roundRect">
            <a:avLst>
              <a:gd name="adj" fmla="val 603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Wireframe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先確認資訊層級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2423160" cy="2423160"/>
          </a:xfrm>
          <a:prstGeom prst="roundRect">
            <a:avLst>
              <a:gd name="adj" fmla="val 603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測試工具位置與手勢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057400"/>
            <a:ext cx="2423160" cy="2423160"/>
          </a:xfrm>
          <a:prstGeom prst="roundRect">
            <a:avLst>
              <a:gd name="adj" fmla="val 6038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UI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降低長時間觀看疲勞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057400"/>
            <a:ext cx="2423160" cy="2423160"/>
          </a:xfrm>
          <a:prstGeom prst="roundRect">
            <a:avLst>
              <a:gd name="adj" fmla="val 603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3544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Mode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354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把注意力留給動作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開發挑戰與技術突破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瀏覽器媒體能力有邊界，但也能用正確的分層把體驗做好。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 IFrame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97480" y="1993392"/>
            <a:ext cx="411480" cy="0"/>
          </a:xfrm>
          <a:prstGeom prst="line">
            <a:avLst/>
          </a:prstGeom>
          <a:noFill/>
          <a:ln w="1905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337560" y="1828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自訂時間軸與播放速度同步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影格定位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862072"/>
            <a:ext cx="411480" cy="0"/>
          </a:xfrm>
          <a:prstGeom prst="line">
            <a:avLst/>
          </a:prstGeom>
          <a:noFill/>
          <a:ln w="1905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337560" y="2697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以影片 metadata 建立 24／30／60fps 定位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合成錄影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3730752"/>
            <a:ext cx="411480" cy="0"/>
          </a:xfrm>
          <a:prstGeom prst="line">
            <a:avLst/>
          </a:prstGeom>
          <a:noFill/>
          <a:ln w="1905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37560" y="3566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以原影片 captureStream 保留原聲，不錄入 App 框線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跨平台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4599432"/>
            <a:ext cx="411480" cy="0"/>
          </a:xfrm>
          <a:prstGeom prst="line">
            <a:avLst/>
          </a:prstGeom>
          <a:noFill/>
          <a:ln w="19050">
            <a:solidFill>
              <a:srgbClr val="C8FF3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337560" y="4434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桌面 Chrome 啟用合成；手機保留本機錄影流程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專案管理與版本演進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每一輪都以可操作、可驗證、可部署為完成標準。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423160" cy="1965960"/>
          </a:xfrm>
          <a:prstGeom prst="roundRect">
            <a:avLst>
              <a:gd name="adj" fmla="val 7442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播放／匯入／專案狀態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423160" cy="1965960"/>
          </a:xfrm>
          <a:prstGeom prst="roundRect">
            <a:avLst>
              <a:gd name="adj" fmla="val 7442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AB、鏡像、速度、影格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423160" cy="1965960"/>
          </a:xfrm>
          <a:prstGeom prst="roundRect">
            <a:avLst>
              <a:gd name="adj" fmla="val 7442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錄影、音訊、下載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98280" y="2103120"/>
            <a:ext cx="2423160" cy="1965960"/>
          </a:xfrm>
          <a:prstGeom prst="roundRect">
            <a:avLst>
              <a:gd name="adj" fmla="val 7442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8116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Auth、資料隔離、UX 導覽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分支：feature/complete-just-groove-project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現場 Demo／成果展示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從建立專案到錄影下載，完整走一次練舞流程。</a:t>
            </a:r>
            <a:endParaRPr lang="en-US" sz="1300" dirty="0"/>
          </a:p>
        </p:txBody>
      </p:sp>
      <p:pic>
        <p:nvPicPr>
          <p:cNvPr id="5" name="Image 0" descr="/tmp/codex-remote-attachments/01a07c16-3da9-73e1-97b4-be8269d0a05f/B944DC11-1A93-4955-B267-AB30CBC9D54C/1-照片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718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828800"/>
            <a:ext cx="6995160" cy="4206240"/>
          </a:xfrm>
          <a:prstGeom prst="roundRect">
            <a:avLst>
              <a:gd name="adj" fmla="val 3478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7720" y="2148840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17720" y="2157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578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新增專案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匯入本地影片或 YouTube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17720" y="2953512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9626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578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設定區間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953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拖曳時間軸選取 AB 點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17720" y="3758184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37673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57800" y="3758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開始練習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40880" y="3758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慢速／鏡像／循環播放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17720" y="4562856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C8FF35"/>
          </a:solidFill>
          <a:ln w="12700">
            <a:solidFill>
              <a:srgbClr val="C8FF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4572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57800" y="4562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錄影驗收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40880" y="45628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輸出原影片＋同步音訊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480560" y="5349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Demo｜https://dist-inq6m0xbg-peipei1.vercel.app/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使用者回饋與未來發展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先讓基本練習流程變順，再把智慧能力加進來。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0241280" cy="530352"/>
          </a:xfrm>
          <a:prstGeom prst="roundRect">
            <a:avLst>
              <a:gd name="adj" fmla="val 27586"/>
            </a:avLst>
          </a:prstGeom>
          <a:solidFill>
            <a:srgbClr val="273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842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984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穩定匯入、拆解、鏡像、錄影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679192"/>
            <a:ext cx="102412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788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骨架追蹤與動作差異提示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483864"/>
            <a:ext cx="102412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593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多人共編練習段落與書籤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288536"/>
            <a:ext cx="10241280" cy="530352"/>
          </a:xfrm>
          <a:prstGeom prst="roundRect">
            <a:avLst>
              <a:gd name="adj" fmla="val 27586"/>
            </a:avLst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3982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行動版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43982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手機原生錄影、相簿匯出、離線練習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MOVING.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GROOVE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選一段，開始練。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0" y="3886200"/>
            <a:ext cx="6720840" cy="1051560"/>
          </a:xfrm>
          <a:prstGeom prst="roundRect">
            <a:avLst>
              <a:gd name="adj" fmla="val 13913"/>
            </a:avLst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7180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434840" y="4224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Demo｜https://dist-inq6m0xbg-peipei1.vercel.app/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賴沛儒｜黃老師 Roger 導師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JUST GROOVE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 GROOVE｜選一段，開始練</dc:title>
  <dc:subject>JUST GROOVE 專題簡報</dc:subject>
  <dc:creator>賴沛儒</dc:creator>
  <cp:lastModifiedBy>賴沛儒</cp:lastModifiedBy>
  <cp:revision>1</cp:revision>
  <dcterms:created xsi:type="dcterms:W3CDTF">2026-09-09T06:44:59Z</dcterms:created>
  <dcterms:modified xsi:type="dcterms:W3CDTF">2026-09-09T06:44:59Z</dcterms:modified>
</cp:coreProperties>
</file>